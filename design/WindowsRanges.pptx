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D7EBB-2D14-E77C-648C-DCD36CDA7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3A2F1E0-CDFB-421A-CB51-B7D70C76A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E9F165F-F761-3D21-7876-969AE1BF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CF341A-79F9-CE0C-2CD9-1BF68AE3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B4FF5A5-2DAD-F56C-F60F-138E79E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77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E2ABD-F2D0-05A1-8A61-3384A213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B4FF74-3051-FC85-E795-D42C17094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02D17F6-9B70-5BCC-8B38-04404558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DAB54B-CCD8-A536-1D99-C0C9C0D2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D8A187-BB2C-7C6C-95B0-91A6B4D0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8702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36F4B-3AAC-7B79-D462-D2F98133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B955CD-4600-D1E5-4C45-673CC1C35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9AE670D-2CA8-601E-68C1-96F747AC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381CD6C-BB01-3318-F633-F3E65A80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564C86-1771-66CF-1559-7C913C6C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844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848381-8E28-8AA6-1046-D7C89312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AC24A33-610F-D19B-CA64-6C44389F4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2967CD5-2184-28EF-A608-9CE47A7D9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2BDB994-0E80-10C5-539D-97FA9603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365114-562B-03BA-08CD-88D631E9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5DC89DF-1F1A-381B-A256-E9073AC9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52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404EB-AC51-7112-9EB5-B2DBD214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DC6B358-04E2-9D36-176D-572017994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A2E59F7-5C82-F014-B161-758140FBE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EAF1F2-A407-9398-C161-EEE32EC01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796656F-0348-94D4-1F6A-83F4B9268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9D0B518-16F0-5D97-9F8C-27064EE4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39A1BF3-4F6A-41EC-CE4C-7E11AEDA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0EE3F06-5E97-20B4-7A34-47A05D99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02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81C191-D3C2-3CC4-0198-0D0E993C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E45DC9-10D2-4582-D6A9-78D48A10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9C2162B-D757-82E3-C7FF-51A455EE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655441F-E098-AF37-A37F-325A6ECB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053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DAD437B-B3CD-1C7D-372D-C62EB3A8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4CC9398-52DD-7AA5-437F-0595F109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11A56B8-A128-693D-542F-6BF76E48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608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0D5EA0-0109-1773-9DE7-BF22FAAD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A0CC06-D541-F090-37F0-0D34AD4B1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3C37AE-20E7-765C-97DD-D06A4E4F2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1DE917E-5447-A32A-FAAD-5C45148C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BA0841C-F74E-B128-9A35-B92F2497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05C7886-746A-305A-2ED6-950A98F7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235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03466-1A26-5111-4E33-E01D568A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FF03833-53DA-473B-DCB4-B98A8740B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E26646D-C97B-E97C-AA4C-E0DF9058D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2EFCBE4-E0FF-2BBE-7807-0B3B1A34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9AD1D3B-887B-37F9-10DE-D9C83933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099073-384E-56AE-050B-2FA1CABB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22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96734-79C5-F1AA-9583-50EDCDD1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2E73FB8-9180-D122-8982-27EF51EF7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068540A-B27F-30C7-8C34-7E5C5506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B8C2129-9599-F292-6F54-6C8A9129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0513FAE-A616-5773-BEFE-DDD24012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055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2F11C57-4E0D-AAE0-555C-F22E46C56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6E59F86-67F2-957E-2AFA-9ED16B232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EB2CBA3-5E36-FEFD-EE06-B06D2DEE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166E62A-9F1E-DAE3-CF17-DAAACD75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50D5B26-587E-8C76-945D-3AC160CB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525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0F81978-7380-15C1-B59B-D1B6ABE4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5C98BEF-62F8-20EB-4592-E2762FB18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7CAB0F-F36B-3543-D896-F3C6D7AB2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F6AFF-2E11-4305-B297-20A4919AEED0}" type="datetimeFigureOut">
              <a:rPr lang="nl-NL" smtClean="0"/>
              <a:t>2-9-2026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F0DE048-BC6B-DC29-3DE9-AA94825C2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5E3994-E733-C340-4832-EC494D5A1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A514C-9E17-49FE-A2DE-1ADA64D18A7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07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E38B269C-3B32-0DD5-D957-6573E4031CE2}"/>
              </a:ext>
            </a:extLst>
          </p:cNvPr>
          <p:cNvSpPr/>
          <p:nvPr/>
        </p:nvSpPr>
        <p:spPr>
          <a:xfrm>
            <a:off x="419100" y="3676649"/>
            <a:ext cx="11363325" cy="314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8" algn="ctr"/>
            <a:r>
              <a:rPr lang="nl-NL" dirty="0"/>
              <a:t>Potmeter range     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971356A-1220-0A80-A870-F3D3CAE9AB36}"/>
              </a:ext>
            </a:extLst>
          </p:cNvPr>
          <p:cNvSpPr txBox="1"/>
          <p:nvPr/>
        </p:nvSpPr>
        <p:spPr>
          <a:xfrm>
            <a:off x="197725" y="400050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0V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BF8A5B46-91C2-77FA-5498-62126B3B5E00}"/>
              </a:ext>
            </a:extLst>
          </p:cNvPr>
          <p:cNvSpPr txBox="1"/>
          <p:nvPr/>
        </p:nvSpPr>
        <p:spPr>
          <a:xfrm>
            <a:off x="11466473" y="4013716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3,3V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BBFD4698-179B-CC07-A971-6BA412820D47}"/>
              </a:ext>
            </a:extLst>
          </p:cNvPr>
          <p:cNvSpPr/>
          <p:nvPr/>
        </p:nvSpPr>
        <p:spPr>
          <a:xfrm>
            <a:off x="419100" y="3193791"/>
            <a:ext cx="6791326" cy="3143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Physical</a:t>
            </a:r>
            <a:r>
              <a:rPr lang="nl-NL" dirty="0"/>
              <a:t>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endParaRPr lang="nl-NL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73935EC2-6022-F3ED-9488-713BC07BA05F}"/>
              </a:ext>
            </a:extLst>
          </p:cNvPr>
          <p:cNvSpPr/>
          <p:nvPr/>
        </p:nvSpPr>
        <p:spPr>
          <a:xfrm>
            <a:off x="850026" y="2795199"/>
            <a:ext cx="131049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514B0E03-459C-2E5D-63D1-905FD9B0098C}"/>
              </a:ext>
            </a:extLst>
          </p:cNvPr>
          <p:cNvSpPr/>
          <p:nvPr/>
        </p:nvSpPr>
        <p:spPr>
          <a:xfrm>
            <a:off x="6765051" y="2795199"/>
            <a:ext cx="131049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339B069E-7A3E-EC14-489F-E071D2BCA157}"/>
              </a:ext>
            </a:extLst>
          </p:cNvPr>
          <p:cNvCxnSpPr/>
          <p:nvPr/>
        </p:nvCxnSpPr>
        <p:spPr>
          <a:xfrm>
            <a:off x="419100" y="2431061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37552616-A000-58B8-1B1D-7713A86AE86F}"/>
              </a:ext>
            </a:extLst>
          </p:cNvPr>
          <p:cNvSpPr txBox="1"/>
          <p:nvPr/>
        </p:nvSpPr>
        <p:spPr>
          <a:xfrm>
            <a:off x="3171909" y="2767695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End sensors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DEE848DA-1557-5FBD-AB33-FDDF81F41236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flipH="1">
            <a:off x="981075" y="2952361"/>
            <a:ext cx="21908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284031A3-7391-5233-EFF0-1B673ACF4692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>
            <a:off x="4574216" y="2952361"/>
            <a:ext cx="21908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kstvak 23">
            <a:extLst>
              <a:ext uri="{FF2B5EF4-FFF2-40B4-BE49-F238E27FC236}">
                <a16:creationId xmlns:a16="http://schemas.microsoft.com/office/drawing/2014/main" id="{08F53D13-4756-0E07-8C61-FA31896E082E}"/>
              </a:ext>
            </a:extLst>
          </p:cNvPr>
          <p:cNvSpPr txBox="1"/>
          <p:nvPr/>
        </p:nvSpPr>
        <p:spPr>
          <a:xfrm>
            <a:off x="58546" y="2049628"/>
            <a:ext cx="1912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Lower end switch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E4323D14-05D0-EB8D-CFA7-94D4BBB04A99}"/>
              </a:ext>
            </a:extLst>
          </p:cNvPr>
          <p:cNvSpPr txBox="1"/>
          <p:nvPr/>
        </p:nvSpPr>
        <p:spPr>
          <a:xfrm>
            <a:off x="5537721" y="2059154"/>
            <a:ext cx="19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/>
              <a:t>Higher</a:t>
            </a:r>
            <a:r>
              <a:rPr lang="nl-NL" dirty="0"/>
              <a:t> end switch</a:t>
            </a:r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96302B90-4A8F-821D-674D-9A33637E6DBB}"/>
              </a:ext>
            </a:extLst>
          </p:cNvPr>
          <p:cNvCxnSpPr/>
          <p:nvPr/>
        </p:nvCxnSpPr>
        <p:spPr>
          <a:xfrm>
            <a:off x="7210426" y="2440587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244AD5E9-E056-CF07-0D07-9C9DADEE7487}"/>
              </a:ext>
            </a:extLst>
          </p:cNvPr>
          <p:cNvCxnSpPr>
            <a:cxnSpLocks/>
          </p:cNvCxnSpPr>
          <p:nvPr/>
        </p:nvCxnSpPr>
        <p:spPr>
          <a:xfrm>
            <a:off x="936901" y="4357687"/>
            <a:ext cx="58281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3F379F59-BDFD-6C7A-83D6-BA571C652316}"/>
              </a:ext>
            </a:extLst>
          </p:cNvPr>
          <p:cNvCxnSpPr/>
          <p:nvPr/>
        </p:nvCxnSpPr>
        <p:spPr>
          <a:xfrm>
            <a:off x="936901" y="3552825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597E71CD-B385-FFE1-3DBF-8B2791FF4127}"/>
              </a:ext>
            </a:extLst>
          </p:cNvPr>
          <p:cNvCxnSpPr/>
          <p:nvPr/>
        </p:nvCxnSpPr>
        <p:spPr>
          <a:xfrm>
            <a:off x="6765051" y="3590925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kstvak 37">
            <a:extLst>
              <a:ext uri="{FF2B5EF4-FFF2-40B4-BE49-F238E27FC236}">
                <a16:creationId xmlns:a16="http://schemas.microsoft.com/office/drawing/2014/main" id="{AADA6086-60A2-C1F8-3668-D14F6F822E68}"/>
              </a:ext>
            </a:extLst>
          </p:cNvPr>
          <p:cNvSpPr txBox="1"/>
          <p:nvPr/>
        </p:nvSpPr>
        <p:spPr>
          <a:xfrm>
            <a:off x="1632333" y="4383048"/>
            <a:ext cx="443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Opening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r>
              <a:rPr lang="nl-NL" dirty="0"/>
              <a:t> e.g. 1000 mm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B475F6E0-289F-A07D-62CE-10174BC6E4AA}"/>
              </a:ext>
            </a:extLst>
          </p:cNvPr>
          <p:cNvSpPr txBox="1"/>
          <p:nvPr/>
        </p:nvSpPr>
        <p:spPr>
          <a:xfrm>
            <a:off x="4656150" y="1476774"/>
            <a:ext cx="287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/>
              <a:t>Possible</a:t>
            </a:r>
            <a:r>
              <a:rPr lang="nl-NL" dirty="0"/>
              <a:t> real </a:t>
            </a:r>
            <a:r>
              <a:rPr lang="nl-NL" dirty="0" err="1"/>
              <a:t>window</a:t>
            </a:r>
            <a:r>
              <a:rPr lang="nl-NL" dirty="0"/>
              <a:t> setup</a:t>
            </a:r>
          </a:p>
        </p:txBody>
      </p:sp>
    </p:spTree>
    <p:extLst>
      <p:ext uri="{BB962C8B-B14F-4D97-AF65-F5344CB8AC3E}">
        <p14:creationId xmlns:p14="http://schemas.microsoft.com/office/powerpoint/2010/main" val="276691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24B3-B1B4-5D84-5713-17A4EBDA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BADDA2A3-DC7F-2818-8669-4C4220B254B0}"/>
              </a:ext>
            </a:extLst>
          </p:cNvPr>
          <p:cNvSpPr/>
          <p:nvPr/>
        </p:nvSpPr>
        <p:spPr>
          <a:xfrm>
            <a:off x="419100" y="3676649"/>
            <a:ext cx="11363325" cy="314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8" algn="ctr"/>
            <a:r>
              <a:rPr lang="nl-NL" dirty="0"/>
              <a:t>Potmeter range     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022CA52-19AB-B201-2182-3816E4B306D9}"/>
              </a:ext>
            </a:extLst>
          </p:cNvPr>
          <p:cNvSpPr txBox="1"/>
          <p:nvPr/>
        </p:nvSpPr>
        <p:spPr>
          <a:xfrm>
            <a:off x="197725" y="400050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0V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29DFFAD-C8BC-5889-3A88-FB4349C7838C}"/>
              </a:ext>
            </a:extLst>
          </p:cNvPr>
          <p:cNvSpPr txBox="1"/>
          <p:nvPr/>
        </p:nvSpPr>
        <p:spPr>
          <a:xfrm>
            <a:off x="11466473" y="4013716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3,3V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5C77302D-62B0-9B5F-6447-73A5C3E4724C}"/>
              </a:ext>
            </a:extLst>
          </p:cNvPr>
          <p:cNvSpPr/>
          <p:nvPr/>
        </p:nvSpPr>
        <p:spPr>
          <a:xfrm>
            <a:off x="419100" y="3193791"/>
            <a:ext cx="6791326" cy="3143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Physical</a:t>
            </a:r>
            <a:r>
              <a:rPr lang="nl-NL" dirty="0"/>
              <a:t>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endParaRPr lang="nl-NL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2F173AC3-F348-F66E-C557-FDD2288C5EB0}"/>
              </a:ext>
            </a:extLst>
          </p:cNvPr>
          <p:cNvSpPr/>
          <p:nvPr/>
        </p:nvSpPr>
        <p:spPr>
          <a:xfrm>
            <a:off x="419100" y="2795199"/>
            <a:ext cx="561975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4EEB6C60-6CBA-C368-E4A7-526A1340A67D}"/>
              </a:ext>
            </a:extLst>
          </p:cNvPr>
          <p:cNvSpPr/>
          <p:nvPr/>
        </p:nvSpPr>
        <p:spPr>
          <a:xfrm>
            <a:off x="6765051" y="2795199"/>
            <a:ext cx="445373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C5FA9E3-A267-796A-4A90-D64D6675CBD8}"/>
              </a:ext>
            </a:extLst>
          </p:cNvPr>
          <p:cNvCxnSpPr/>
          <p:nvPr/>
        </p:nvCxnSpPr>
        <p:spPr>
          <a:xfrm>
            <a:off x="421400" y="2459637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32890C7D-81FD-64B6-8EB0-0FB9CBA0781B}"/>
              </a:ext>
            </a:extLst>
          </p:cNvPr>
          <p:cNvSpPr txBox="1"/>
          <p:nvPr/>
        </p:nvSpPr>
        <p:spPr>
          <a:xfrm>
            <a:off x="3171909" y="2767695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End sensors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F4BEF7F4-63C1-E28C-1A81-F13CE4444DB5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flipH="1">
            <a:off x="981075" y="2952361"/>
            <a:ext cx="21908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E7903D5E-1387-4223-052E-4F7257597486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>
            <a:off x="4574216" y="2952361"/>
            <a:ext cx="21908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kstvak 23">
            <a:extLst>
              <a:ext uri="{FF2B5EF4-FFF2-40B4-BE49-F238E27FC236}">
                <a16:creationId xmlns:a16="http://schemas.microsoft.com/office/drawing/2014/main" id="{EC62032B-B736-1CD6-BD99-DB7E46D181B9}"/>
              </a:ext>
            </a:extLst>
          </p:cNvPr>
          <p:cNvSpPr txBox="1"/>
          <p:nvPr/>
        </p:nvSpPr>
        <p:spPr>
          <a:xfrm>
            <a:off x="60846" y="2078204"/>
            <a:ext cx="1912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Lower end switch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253E8935-146B-6446-296F-9A9D8BA22A8F}"/>
              </a:ext>
            </a:extLst>
          </p:cNvPr>
          <p:cNvSpPr txBox="1"/>
          <p:nvPr/>
        </p:nvSpPr>
        <p:spPr>
          <a:xfrm>
            <a:off x="5537721" y="2059154"/>
            <a:ext cx="19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/>
              <a:t>Higher</a:t>
            </a:r>
            <a:r>
              <a:rPr lang="nl-NL" dirty="0"/>
              <a:t> end switch</a:t>
            </a:r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27126FBC-C639-1E4F-3EC8-3A8B2DF0F40E}"/>
              </a:ext>
            </a:extLst>
          </p:cNvPr>
          <p:cNvCxnSpPr/>
          <p:nvPr/>
        </p:nvCxnSpPr>
        <p:spPr>
          <a:xfrm>
            <a:off x="7210426" y="2440587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2CF5F990-CEA3-4760-D3F3-EC83A14764F4}"/>
              </a:ext>
            </a:extLst>
          </p:cNvPr>
          <p:cNvCxnSpPr>
            <a:cxnSpLocks/>
          </p:cNvCxnSpPr>
          <p:nvPr/>
        </p:nvCxnSpPr>
        <p:spPr>
          <a:xfrm>
            <a:off x="936901" y="4357687"/>
            <a:ext cx="58281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F43C88A4-3A23-926F-E189-74BDD177B994}"/>
              </a:ext>
            </a:extLst>
          </p:cNvPr>
          <p:cNvCxnSpPr/>
          <p:nvPr/>
        </p:nvCxnSpPr>
        <p:spPr>
          <a:xfrm>
            <a:off x="936901" y="3552825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FE85EB9C-2D88-EBC9-DDF3-684B5EE03A32}"/>
              </a:ext>
            </a:extLst>
          </p:cNvPr>
          <p:cNvCxnSpPr/>
          <p:nvPr/>
        </p:nvCxnSpPr>
        <p:spPr>
          <a:xfrm>
            <a:off x="6765051" y="3590925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kstvak 37">
            <a:extLst>
              <a:ext uri="{FF2B5EF4-FFF2-40B4-BE49-F238E27FC236}">
                <a16:creationId xmlns:a16="http://schemas.microsoft.com/office/drawing/2014/main" id="{47C64D59-B365-B907-DAAF-31215CB33E2B}"/>
              </a:ext>
            </a:extLst>
          </p:cNvPr>
          <p:cNvSpPr txBox="1"/>
          <p:nvPr/>
        </p:nvSpPr>
        <p:spPr>
          <a:xfrm>
            <a:off x="1632333" y="4383048"/>
            <a:ext cx="443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Opening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r>
              <a:rPr lang="nl-NL" dirty="0"/>
              <a:t> e.g. 1000 mm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632AD6F-1CBB-4299-E5FF-699F625A951A}"/>
              </a:ext>
            </a:extLst>
          </p:cNvPr>
          <p:cNvSpPr txBox="1"/>
          <p:nvPr/>
        </p:nvSpPr>
        <p:spPr>
          <a:xfrm>
            <a:off x="5351533" y="1569108"/>
            <a:ext cx="148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Test </a:t>
            </a:r>
            <a:r>
              <a:rPr lang="nl-NL" dirty="0" err="1"/>
              <a:t>rig</a:t>
            </a:r>
            <a:r>
              <a:rPr lang="nl-NL" dirty="0"/>
              <a:t> setup</a:t>
            </a:r>
          </a:p>
        </p:txBody>
      </p:sp>
    </p:spTree>
    <p:extLst>
      <p:ext uri="{BB962C8B-B14F-4D97-AF65-F5344CB8AC3E}">
        <p14:creationId xmlns:p14="http://schemas.microsoft.com/office/powerpoint/2010/main" val="394337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64CA3C2E-0035-2762-F90D-C143B33C9857}"/>
              </a:ext>
            </a:extLst>
          </p:cNvPr>
          <p:cNvSpPr/>
          <p:nvPr/>
        </p:nvSpPr>
        <p:spPr>
          <a:xfrm>
            <a:off x="2408211" y="2209399"/>
            <a:ext cx="7277093" cy="314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Potmeter range     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A84F67CB-C20F-A3B5-BAAA-9A92AFD4EFDD}"/>
              </a:ext>
            </a:extLst>
          </p:cNvPr>
          <p:cNvSpPr txBox="1"/>
          <p:nvPr/>
        </p:nvSpPr>
        <p:spPr>
          <a:xfrm>
            <a:off x="2186836" y="253325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0V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AAA685C4-553B-27AF-00E6-9EDCEF1327DB}"/>
              </a:ext>
            </a:extLst>
          </p:cNvPr>
          <p:cNvSpPr txBox="1"/>
          <p:nvPr/>
        </p:nvSpPr>
        <p:spPr>
          <a:xfrm>
            <a:off x="9425749" y="2537431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3,3V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C8AA53F5-6839-5FE0-BDBD-C68F3A12400D}"/>
              </a:ext>
            </a:extLst>
          </p:cNvPr>
          <p:cNvSpPr/>
          <p:nvPr/>
        </p:nvSpPr>
        <p:spPr>
          <a:xfrm>
            <a:off x="2700337" y="1727521"/>
            <a:ext cx="6791326" cy="3143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Physical</a:t>
            </a:r>
            <a:r>
              <a:rPr lang="nl-NL" dirty="0"/>
              <a:t>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814803E-1147-E939-5343-3E3DDCC8B8A1}"/>
              </a:ext>
            </a:extLst>
          </p:cNvPr>
          <p:cNvSpPr/>
          <p:nvPr/>
        </p:nvSpPr>
        <p:spPr>
          <a:xfrm>
            <a:off x="2700337" y="1328929"/>
            <a:ext cx="561975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42117189-5731-CD16-AEF4-521EDD2FB138}"/>
              </a:ext>
            </a:extLst>
          </p:cNvPr>
          <p:cNvSpPr/>
          <p:nvPr/>
        </p:nvSpPr>
        <p:spPr>
          <a:xfrm>
            <a:off x="9046288" y="1328929"/>
            <a:ext cx="445373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1F015AE9-D104-D1D5-94CE-8F7E537A947D}"/>
              </a:ext>
            </a:extLst>
          </p:cNvPr>
          <p:cNvCxnSpPr/>
          <p:nvPr/>
        </p:nvCxnSpPr>
        <p:spPr>
          <a:xfrm>
            <a:off x="2702637" y="993367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0E13620A-56DD-8683-5081-74F1C4D42669}"/>
              </a:ext>
            </a:extLst>
          </p:cNvPr>
          <p:cNvSpPr txBox="1"/>
          <p:nvPr/>
        </p:nvSpPr>
        <p:spPr>
          <a:xfrm>
            <a:off x="5453146" y="1301425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End sensors</a:t>
            </a: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3193674F-12ED-AC6F-34FA-D764E40E8680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3262312" y="1486091"/>
            <a:ext cx="21908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B4D0F4BE-3A77-2410-CD28-E6CBA3610701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6855453" y="1486091"/>
            <a:ext cx="21908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D4BBE59D-E023-BC7F-0FEA-EEB4C3A1B193}"/>
              </a:ext>
            </a:extLst>
          </p:cNvPr>
          <p:cNvSpPr txBox="1"/>
          <p:nvPr/>
        </p:nvSpPr>
        <p:spPr>
          <a:xfrm>
            <a:off x="2342083" y="611934"/>
            <a:ext cx="1912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Lower end switch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22F3AF75-50E0-8AAB-D21A-9754D0D40980}"/>
              </a:ext>
            </a:extLst>
          </p:cNvPr>
          <p:cNvSpPr txBox="1"/>
          <p:nvPr/>
        </p:nvSpPr>
        <p:spPr>
          <a:xfrm>
            <a:off x="7818958" y="592884"/>
            <a:ext cx="19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/>
              <a:t>Higher</a:t>
            </a:r>
            <a:r>
              <a:rPr lang="nl-NL" dirty="0"/>
              <a:t> end switch</a:t>
            </a: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B8B1C6EE-4654-6C46-30FC-80DBBF7D70ED}"/>
              </a:ext>
            </a:extLst>
          </p:cNvPr>
          <p:cNvCxnSpPr/>
          <p:nvPr/>
        </p:nvCxnSpPr>
        <p:spPr>
          <a:xfrm>
            <a:off x="9491663" y="974317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83536BF3-BFD0-BBB7-EC5E-DDE1D8744335}"/>
              </a:ext>
            </a:extLst>
          </p:cNvPr>
          <p:cNvCxnSpPr>
            <a:cxnSpLocks/>
          </p:cNvCxnSpPr>
          <p:nvPr/>
        </p:nvCxnSpPr>
        <p:spPr>
          <a:xfrm>
            <a:off x="3218138" y="2891417"/>
            <a:ext cx="58281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38A85991-A2CC-A1A3-5566-49E2A3E53901}"/>
              </a:ext>
            </a:extLst>
          </p:cNvPr>
          <p:cNvCxnSpPr/>
          <p:nvPr/>
        </p:nvCxnSpPr>
        <p:spPr>
          <a:xfrm>
            <a:off x="3218138" y="2086555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EE1A3245-E2D2-ACA6-7C90-1753182E042B}"/>
              </a:ext>
            </a:extLst>
          </p:cNvPr>
          <p:cNvCxnSpPr/>
          <p:nvPr/>
        </p:nvCxnSpPr>
        <p:spPr>
          <a:xfrm>
            <a:off x="9046288" y="2124655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DCEC4427-690A-10F8-7D5B-5C96D745DA46}"/>
              </a:ext>
            </a:extLst>
          </p:cNvPr>
          <p:cNvSpPr txBox="1"/>
          <p:nvPr/>
        </p:nvSpPr>
        <p:spPr>
          <a:xfrm>
            <a:off x="3913570" y="2916778"/>
            <a:ext cx="443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Opening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r>
              <a:rPr lang="nl-NL" dirty="0"/>
              <a:t> e.g. 1000 mm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E5E1106C-2FFD-C063-A2E0-E2BDB0CCC4D4}"/>
              </a:ext>
            </a:extLst>
          </p:cNvPr>
          <p:cNvSpPr txBox="1"/>
          <p:nvPr/>
        </p:nvSpPr>
        <p:spPr>
          <a:xfrm>
            <a:off x="5370583" y="140358"/>
            <a:ext cx="1488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Test </a:t>
            </a:r>
            <a:r>
              <a:rPr lang="nl-NL" dirty="0" err="1"/>
              <a:t>rig</a:t>
            </a:r>
            <a:r>
              <a:rPr lang="nl-NL" dirty="0"/>
              <a:t> setup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FF286986-3B8F-0128-670E-CE647B6FA8A7}"/>
              </a:ext>
            </a:extLst>
          </p:cNvPr>
          <p:cNvSpPr/>
          <p:nvPr/>
        </p:nvSpPr>
        <p:spPr>
          <a:xfrm>
            <a:off x="438148" y="5687588"/>
            <a:ext cx="11363325" cy="314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Potmeter range     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653032BD-6EC9-49D1-5386-B83FA7ACF104}"/>
              </a:ext>
            </a:extLst>
          </p:cNvPr>
          <p:cNvSpPr txBox="1"/>
          <p:nvPr/>
        </p:nvSpPr>
        <p:spPr>
          <a:xfrm>
            <a:off x="216773" y="601143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0V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09559C92-F98D-C7D1-DC1E-C671C10DCCD3}"/>
              </a:ext>
            </a:extLst>
          </p:cNvPr>
          <p:cNvSpPr txBox="1"/>
          <p:nvPr/>
        </p:nvSpPr>
        <p:spPr>
          <a:xfrm>
            <a:off x="11485521" y="602465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3,3V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312934E5-007B-421B-8A71-E2E3C1DAFA55}"/>
              </a:ext>
            </a:extLst>
          </p:cNvPr>
          <p:cNvSpPr/>
          <p:nvPr/>
        </p:nvSpPr>
        <p:spPr>
          <a:xfrm>
            <a:off x="942973" y="5159053"/>
            <a:ext cx="6791326" cy="3143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Physical</a:t>
            </a:r>
            <a:r>
              <a:rPr lang="nl-NL" dirty="0"/>
              <a:t>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endParaRPr lang="nl-NL" dirty="0"/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FFD7C522-7B3A-8DD8-E5D6-30D372444ACC}"/>
              </a:ext>
            </a:extLst>
          </p:cNvPr>
          <p:cNvSpPr/>
          <p:nvPr/>
        </p:nvSpPr>
        <p:spPr>
          <a:xfrm>
            <a:off x="1373899" y="4760461"/>
            <a:ext cx="131049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5D1A3527-ABF0-AA75-C9E5-B3F7DF8D7B0D}"/>
              </a:ext>
            </a:extLst>
          </p:cNvPr>
          <p:cNvSpPr/>
          <p:nvPr/>
        </p:nvSpPr>
        <p:spPr>
          <a:xfrm>
            <a:off x="7288924" y="4760461"/>
            <a:ext cx="131049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DBC952DC-1007-C88A-4A0A-EF3C899AD199}"/>
              </a:ext>
            </a:extLst>
          </p:cNvPr>
          <p:cNvCxnSpPr/>
          <p:nvPr/>
        </p:nvCxnSpPr>
        <p:spPr>
          <a:xfrm>
            <a:off x="942973" y="4396323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kstvak 28">
            <a:extLst>
              <a:ext uri="{FF2B5EF4-FFF2-40B4-BE49-F238E27FC236}">
                <a16:creationId xmlns:a16="http://schemas.microsoft.com/office/drawing/2014/main" id="{0DCF1FBF-DB5D-EF71-E311-81467FD6307B}"/>
              </a:ext>
            </a:extLst>
          </p:cNvPr>
          <p:cNvSpPr txBox="1"/>
          <p:nvPr/>
        </p:nvSpPr>
        <p:spPr>
          <a:xfrm>
            <a:off x="3695782" y="4732957"/>
            <a:ext cx="140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End sensors</a:t>
            </a:r>
          </a:p>
        </p:txBody>
      </p: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CBA576B5-A355-1703-AC68-42FC0F2F8D70}"/>
              </a:ext>
            </a:extLst>
          </p:cNvPr>
          <p:cNvCxnSpPr>
            <a:cxnSpLocks/>
            <a:stCxn id="29" idx="1"/>
            <a:endCxn id="26" idx="3"/>
          </p:cNvCxnSpPr>
          <p:nvPr/>
        </p:nvCxnSpPr>
        <p:spPr>
          <a:xfrm flipH="1">
            <a:off x="1504948" y="4917623"/>
            <a:ext cx="21908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E8FD81B5-7D2D-96F2-69EA-625054147AF2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5098089" y="4917623"/>
            <a:ext cx="219083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kstvak 31">
            <a:extLst>
              <a:ext uri="{FF2B5EF4-FFF2-40B4-BE49-F238E27FC236}">
                <a16:creationId xmlns:a16="http://schemas.microsoft.com/office/drawing/2014/main" id="{BDFB6997-AACB-9652-06D4-3A2F75CAFC2D}"/>
              </a:ext>
            </a:extLst>
          </p:cNvPr>
          <p:cNvSpPr txBox="1"/>
          <p:nvPr/>
        </p:nvSpPr>
        <p:spPr>
          <a:xfrm>
            <a:off x="582419" y="4014890"/>
            <a:ext cx="1912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Lower end switch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7919DEE4-ED47-8023-7A72-B8600A16CC5A}"/>
              </a:ext>
            </a:extLst>
          </p:cNvPr>
          <p:cNvSpPr txBox="1"/>
          <p:nvPr/>
        </p:nvSpPr>
        <p:spPr>
          <a:xfrm>
            <a:off x="6061594" y="4024416"/>
            <a:ext cx="19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nl-NL" dirty="0" err="1"/>
              <a:t>Higher</a:t>
            </a:r>
            <a:r>
              <a:rPr lang="nl-NL" dirty="0"/>
              <a:t> end switch</a:t>
            </a:r>
          </a:p>
        </p:txBody>
      </p: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1A0A8E0A-AD23-6223-B4D2-2A9CCEE9E9CD}"/>
              </a:ext>
            </a:extLst>
          </p:cNvPr>
          <p:cNvCxnSpPr/>
          <p:nvPr/>
        </p:nvCxnSpPr>
        <p:spPr>
          <a:xfrm>
            <a:off x="7734299" y="4405849"/>
            <a:ext cx="0" cy="709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C04BDDDA-3A8C-810A-9BE8-82CD45C66D74}"/>
              </a:ext>
            </a:extLst>
          </p:cNvPr>
          <p:cNvCxnSpPr>
            <a:cxnSpLocks/>
          </p:cNvCxnSpPr>
          <p:nvPr/>
        </p:nvCxnSpPr>
        <p:spPr>
          <a:xfrm>
            <a:off x="1460774" y="6322949"/>
            <a:ext cx="58281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Rechte verbindingslijn 35">
            <a:extLst>
              <a:ext uri="{FF2B5EF4-FFF2-40B4-BE49-F238E27FC236}">
                <a16:creationId xmlns:a16="http://schemas.microsoft.com/office/drawing/2014/main" id="{36A05832-2D7E-A297-218D-00E8E774EFBB}"/>
              </a:ext>
            </a:extLst>
          </p:cNvPr>
          <p:cNvCxnSpPr/>
          <p:nvPr/>
        </p:nvCxnSpPr>
        <p:spPr>
          <a:xfrm>
            <a:off x="1460774" y="5518087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1281B982-170E-D67F-20CA-D51B704656D0}"/>
              </a:ext>
            </a:extLst>
          </p:cNvPr>
          <p:cNvCxnSpPr/>
          <p:nvPr/>
        </p:nvCxnSpPr>
        <p:spPr>
          <a:xfrm>
            <a:off x="7288924" y="5556187"/>
            <a:ext cx="0" cy="895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kstvak 37">
            <a:extLst>
              <a:ext uri="{FF2B5EF4-FFF2-40B4-BE49-F238E27FC236}">
                <a16:creationId xmlns:a16="http://schemas.microsoft.com/office/drawing/2014/main" id="{A39F9BE5-9E22-37A2-51E3-DF2BB3528693}"/>
              </a:ext>
            </a:extLst>
          </p:cNvPr>
          <p:cNvSpPr txBox="1"/>
          <p:nvPr/>
        </p:nvSpPr>
        <p:spPr>
          <a:xfrm>
            <a:off x="2156206" y="6348310"/>
            <a:ext cx="443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Opening range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window</a:t>
            </a:r>
            <a:r>
              <a:rPr lang="nl-NL" dirty="0"/>
              <a:t> e.g. 1000 mm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C7BABDD9-2479-2134-3105-80CAE5014ED3}"/>
              </a:ext>
            </a:extLst>
          </p:cNvPr>
          <p:cNvSpPr txBox="1"/>
          <p:nvPr/>
        </p:nvSpPr>
        <p:spPr>
          <a:xfrm>
            <a:off x="4675198" y="3487713"/>
            <a:ext cx="287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/>
              <a:t>Possible</a:t>
            </a:r>
            <a:r>
              <a:rPr lang="nl-NL" dirty="0"/>
              <a:t> real </a:t>
            </a:r>
            <a:r>
              <a:rPr lang="nl-NL" dirty="0" err="1"/>
              <a:t>window</a:t>
            </a:r>
            <a:r>
              <a:rPr lang="nl-NL" dirty="0"/>
              <a:t> setup</a:t>
            </a: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6981CA30-6FEB-C259-FE66-F6C014CAC688}"/>
              </a:ext>
            </a:extLst>
          </p:cNvPr>
          <p:cNvCxnSpPr/>
          <p:nvPr/>
        </p:nvCxnSpPr>
        <p:spPr>
          <a:xfrm flipV="1">
            <a:off x="0" y="3323630"/>
            <a:ext cx="12117425" cy="105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9433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Breedbeeld</PresentationFormat>
  <Paragraphs>36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Remko Welling</dc:creator>
  <cp:lastModifiedBy>Remko Welling</cp:lastModifiedBy>
  <cp:revision>1</cp:revision>
  <dcterms:created xsi:type="dcterms:W3CDTF">2026-09-02T08:51:16Z</dcterms:created>
  <dcterms:modified xsi:type="dcterms:W3CDTF">2026-09-02T08:51:33Z</dcterms:modified>
</cp:coreProperties>
</file>